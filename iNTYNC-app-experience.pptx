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iNTYNCのアプリ体験を3ステップで説明するスライド。
01 レッスン前: 振り付けとポイントを事前共有。
02 レッスン中: ついていけない箇所をその場で動画復習。
03 レッスン後: 自宅練習と振り返りをフィードバックでつなぐ。
各ステップの点線枠はアプリ画面や写真を入れるための余白。下部はコーチ／生徒それぞれのメリット。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21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iNTYNC</a:t>
            </a:r>
            <a:pPr indent="0" marL="0">
              <a:buNone/>
            </a:pPr>
            <a:r>
              <a:rPr lang="en-US" sz="1100" spc="220" kern="0" dirty="0">
                <a:solidFill>
                  <a:srgbClr val="7E78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APP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レッスンの</a:t>
            </a:r>
            <a:pPr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12110C"/>
                </a:solidFill>
                <a:highlight>
                  <a:srgbClr val="FFD1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密度</a:t>
            </a:r>
            <a:pPr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を、</a:t>
            </a:r>
            <a:endParaRPr lang="en-US" sz="3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iNTYNCが変える。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26680" y="84124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46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スタジオにいる時間は変えられない。変えられるのは、その1回の濃さ。iNTYNCがレッスンの前後をつなぎ、限られた時間を指導そのものに使えるようにします。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52144" y="1984248"/>
            <a:ext cx="1920240" cy="329184"/>
          </a:xfrm>
          <a:prstGeom prst="rect">
            <a:avLst/>
          </a:prstGeom>
          <a:solidFill>
            <a:srgbClr val="12110C"/>
          </a:solidFill>
          <a:ln/>
        </p:spPr>
      </p:sp>
      <p:sp>
        <p:nvSpPr>
          <p:cNvPr id="7" name="Text 5"/>
          <p:cNvSpPr/>
          <p:nvPr/>
        </p:nvSpPr>
        <p:spPr>
          <a:xfrm>
            <a:off x="1152144" y="1984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レッスン前</a:t>
            </a:r>
            <a:pPr algn="ctr" indent="0" marL="0">
              <a:buNone/>
            </a:pPr>
            <a:r>
              <a:rPr lang="en-US" sz="900" b="1" spc="140" kern="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BEFORE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49631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振り付けとポイントを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事前に共有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28269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A46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当日の振り付け動画と押さえるポイントを配信。予習した状態でスタジオに入れるので、最初の時間を「思い出す」ことに使わずに済みます。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142232"/>
            <a:ext cx="3383280" cy="1188720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414223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78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イメージ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03750" y="19659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07254" y="1984248"/>
            <a:ext cx="1920240" cy="329184"/>
          </a:xfrm>
          <a:prstGeom prst="rect">
            <a:avLst/>
          </a:prstGeom>
          <a:solidFill>
            <a:srgbClr val="12110C"/>
          </a:solidFill>
          <a:ln/>
        </p:spPr>
      </p:sp>
      <p:sp>
        <p:nvSpPr>
          <p:cNvPr id="14" name="Text 12"/>
          <p:cNvSpPr/>
          <p:nvPr/>
        </p:nvSpPr>
        <p:spPr>
          <a:xfrm>
            <a:off x="5007254" y="1984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レッスン中</a:t>
            </a:r>
            <a:pPr algn="ctr" indent="0" marL="0">
              <a:buNone/>
            </a:pPr>
            <a:r>
              <a:rPr lang="en-US" sz="900" b="1" spc="140" kern="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DURING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03750" y="249631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ついていけない箇所は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その場で動画復習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03750" y="328269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A46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難しいパートはアプリの動画を見返してキャッチアップ。手が止まってしまう生徒も、置いていかれたまま終わりません。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03750" y="4142232"/>
            <a:ext cx="3383280" cy="1188720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403750" y="414223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78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イメージ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46550" y="19476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1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259775" y="19659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863279" y="1984248"/>
            <a:ext cx="1920240" cy="329184"/>
          </a:xfrm>
          <a:prstGeom prst="rect">
            <a:avLst/>
          </a:prstGeom>
          <a:solidFill>
            <a:srgbClr val="12110C"/>
          </a:solidFill>
          <a:ln/>
        </p:spPr>
      </p:sp>
      <p:sp>
        <p:nvSpPr>
          <p:cNvPr id="22" name="Text 20"/>
          <p:cNvSpPr/>
          <p:nvPr/>
        </p:nvSpPr>
        <p:spPr>
          <a:xfrm>
            <a:off x="8863279" y="1984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レッスン後</a:t>
            </a:r>
            <a:pPr algn="ctr" indent="0" marL="0">
              <a:buNone/>
            </a:pPr>
            <a:r>
              <a:rPr lang="en-US" sz="900" b="1" spc="140" kern="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AFTER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59775" y="249631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自宅練習と振り返りを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フィードバックでつなぐ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59775" y="328269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A46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お家でできる復習メニューと振り返りを共有。生徒が送った練習動画にコーチがコメントを返し、次回までの伸びをつくります。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59775" y="4142232"/>
            <a:ext cx="3383280" cy="1188720"/>
          </a:xfrm>
          <a:prstGeom prst="rect">
            <a:avLst/>
          </a:prstGeom>
          <a:solidFill>
            <a:srgbClr val="FAF9F5"/>
          </a:solidFill>
          <a:ln w="12700">
            <a:solidFill>
              <a:srgbClr val="DCD8C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259775" y="414223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78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イメージ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02575" y="19476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1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320040" y="5440680"/>
            <a:ext cx="11551615" cy="960120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605272"/>
            <a:ext cx="1417320" cy="329184"/>
          </a:xfrm>
          <a:prstGeom prst="rect">
            <a:avLst/>
          </a:prstGeom>
          <a:solidFill>
            <a:srgbClr val="12110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6052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1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コーチのメリット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148840" y="55321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0B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46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同じ説明の繰り返しが減り、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レッスン時間を指導に使える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0B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46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一人ひとりの習熟度が記録に残り、次の指導計画を立てやすい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0B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46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レッスン外の接点が増え、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継続率と紹介につながる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5605272"/>
            <a:ext cx="1417320" cy="329184"/>
          </a:xfrm>
          <a:prstGeom prst="rect">
            <a:avLst/>
          </a:prstGeom>
          <a:solidFill>
            <a:srgbClr val="FFD100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56052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生徒のメリット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55280" y="5532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0B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46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予習と復習ができ、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同じ回数でも上達が早い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0B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46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ついていけない不安が減り、参加のハードルが下がる</a:t>
            </a:r>
            <a:endParaRPr lang="en-US" sz="10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0B8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4A46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自宅練習にもコーチの声が届き、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2110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一人で迷わない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iNTYNC — アプリ体験 3ステップ</dc:title>
  <dc:subject>PptxGenJS Presentation</dc:subject>
  <dc:creator>iNTYNC</dc:creator>
  <cp:lastModifiedBy>iNTYNC</cp:lastModifiedBy>
  <cp:revision>1</cp:revision>
  <dcterms:created xsi:type="dcterms:W3CDTF">2026-07-27T11:51:48Z</dcterms:created>
  <dcterms:modified xsi:type="dcterms:W3CDTF">2026-07-27T11:51:48Z</dcterms:modified>
</cp:coreProperties>
</file>